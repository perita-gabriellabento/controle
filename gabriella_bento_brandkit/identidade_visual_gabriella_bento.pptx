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logo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0" cy="3937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logo_fundo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0" cy="70539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paleta_tipograf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0" cy="70539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cartao_visi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0" cy="94052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papel_timb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0" cy="18810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apa_la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0" cy="1645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aplicacao_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0" cy="188105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